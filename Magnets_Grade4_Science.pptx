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BBDEF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FFCDD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548640"/>
            <a:ext cx="2743200" cy="1005840"/>
          </a:xfrm>
          <a:prstGeom prst="roundRect">
            <a:avLst>
              <a:gd name="adj" fmla="val 13636"/>
            </a:avLst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5486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0" y="548640"/>
            <a:ext cx="1371600" cy="1005840"/>
          </a:xfrm>
          <a:prstGeom prst="roundRect">
            <a:avLst>
              <a:gd name="adj" fmla="val 13636"/>
            </a:avLst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5486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92608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📎 📎 📎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237E"/>
                </a:solidFill>
              </a:rPr>
              <a:t>🧲 MAGNETS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88E5"/>
                </a:solidFill>
              </a:rPr>
              <a:t>Let's Discover the Magic of Magnets!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200400" y="4023360"/>
            <a:ext cx="2743200" cy="502920"/>
          </a:xfrm>
          <a:prstGeom prst="roundRect">
            <a:avLst>
              <a:gd name="adj" fmla="val 45455"/>
            </a:avLst>
          </a:prstGeom>
          <a:solidFill>
            <a:srgbClr val="1E88E5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4023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Grade 4 Science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37E"/>
                </a:solidFill>
              </a:rPr>
              <a:t>🤔 WHAT CAN A MAGNET DO?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749040" y="100584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E53935"/>
          </a:solidFill>
          <a:ln/>
        </p:spPr>
      </p:sp>
      <p:sp>
        <p:nvSpPr>
          <p:cNvPr id="4" name="Text 2"/>
          <p:cNvSpPr/>
          <p:nvPr/>
        </p:nvSpPr>
        <p:spPr>
          <a:xfrm>
            <a:off x="374904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0" y="100584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📎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Paper clip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210312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6080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✏️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92608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Pencil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210312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🪵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3776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Wooden stick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210312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🧴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4944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Plastic cap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20240" y="320040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92024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🔩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920240" y="3657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Iron nail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320040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937760" y="3657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Paper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</a:rPr>
              <a:t>CAN THE MAGNET ATTRACT ALL OF THEM?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2286000" y="470916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8600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🧲 YES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846320" y="470916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NO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37E"/>
                </a:solidFill>
              </a:rPr>
              <a:t>🔮 MAKE YOUR PREDICTION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6E7A"/>
                </a:solidFill>
              </a:rPr>
              <a:t>Discuss with your group!  🧲 = attract   🚫 = will NOT attract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</a:rPr>
              <a:t>📎  Paper clip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822960" cy="640080"/>
          </a:xfrm>
          <a:prstGeom prst="ellipse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🧲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965960" y="1920240"/>
            <a:ext cx="822960" cy="640080"/>
          </a:xfrm>
          <a:prstGeom prst="ellipse">
            <a:avLst/>
          </a:prstGeom>
          <a:solidFill>
            <a:srgbClr val="FFEBEE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920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325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</a:rPr>
              <a:t>🔩  Iron nail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03320" y="1920240"/>
            <a:ext cx="822960" cy="640080"/>
          </a:xfrm>
          <a:prstGeom prst="ellipse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920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🧲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846320" y="1920240"/>
            <a:ext cx="822960" cy="640080"/>
          </a:xfrm>
          <a:prstGeom prst="ellipse">
            <a:avLst/>
          </a:prstGeom>
          <a:solidFill>
            <a:srgbClr val="FFEBEE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920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325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</a:rPr>
              <a:t>✏️  Pencil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83680" y="1920240"/>
            <a:ext cx="822960" cy="640080"/>
          </a:xfrm>
          <a:prstGeom prst="ellipse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920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🧲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26680" y="1920240"/>
            <a:ext cx="822960" cy="640080"/>
          </a:xfrm>
          <a:prstGeom prst="ellipse">
            <a:avLst/>
          </a:prstGeom>
          <a:solidFill>
            <a:srgbClr val="FFEBEE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1920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0632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</a:rPr>
              <a:t>🪵  Wood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2960" y="3657600"/>
            <a:ext cx="822960" cy="640080"/>
          </a:xfrm>
          <a:prstGeom prst="ellipse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🧲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965960" y="3657600"/>
            <a:ext cx="822960" cy="640080"/>
          </a:xfrm>
          <a:prstGeom prst="ellipse">
            <a:avLst/>
          </a:prstGeom>
          <a:solidFill>
            <a:srgbClr val="FFEBEE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65960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3337560" y="29260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37560" y="30632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</a:rPr>
              <a:t>🧴  Plastic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703320" y="3657600"/>
            <a:ext cx="822960" cy="640080"/>
          </a:xfrm>
          <a:prstGeom prst="ellipse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🧲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4846320" y="3657600"/>
            <a:ext cx="822960" cy="640080"/>
          </a:xfrm>
          <a:prstGeom prst="ellipse">
            <a:avLst/>
          </a:prstGeom>
          <a:solidFill>
            <a:srgbClr val="FFEBEE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6217920" y="29260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17920" y="30632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</a:rPr>
              <a:t>📄  Paper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583680" y="3657600"/>
            <a:ext cx="822960" cy="640080"/>
          </a:xfrm>
          <a:prstGeom prst="ellipse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🧲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726680" y="3657600"/>
            <a:ext cx="822960" cy="640080"/>
          </a:xfrm>
          <a:prstGeom prst="ellipse">
            <a:avLst/>
          </a:prstGeom>
          <a:solidFill>
            <a:srgbClr val="FFEBEE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6680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</a:rPr>
              <a:t>🧭 LET THE MAGNET FIND ITS WAY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0" y="822960"/>
            <a:ext cx="0" cy="731520"/>
          </a:xfrm>
          <a:prstGeom prst="line">
            <a:avLst/>
          </a:prstGeom>
          <a:noFill/>
          <a:ln w="38100">
            <a:solidFill>
              <a:srgbClr val="7955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34840" y="777240"/>
            <a:ext cx="274320" cy="274320"/>
          </a:xfrm>
          <a:prstGeom prst="ellipse">
            <a:avLst/>
          </a:prstGeom>
          <a:solidFill>
            <a:srgbClr val="795548"/>
          </a:solidFill>
          <a:ln/>
        </p:spPr>
      </p:sp>
      <p:sp>
        <p:nvSpPr>
          <p:cNvPr id="5" name="Shape 3"/>
          <p:cNvSpPr/>
          <p:nvPr/>
        </p:nvSpPr>
        <p:spPr>
          <a:xfrm>
            <a:off x="3383280" y="155448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0" y="1554480"/>
            <a:ext cx="1188720" cy="822960"/>
          </a:xfrm>
          <a:prstGeom prst="roundRect">
            <a:avLst>
              <a:gd name="adj" fmla="val 11111"/>
            </a:avLst>
          </a:prstGeom>
          <a:solidFill>
            <a:srgbClr val="1E88E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88E5"/>
                </a:solidFill>
              </a:rPr>
              <a:t>Magnet rotates  →  slows down  →  stops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86000" y="3108960"/>
            <a:ext cx="457200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3200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935"/>
                </a:solidFill>
              </a:rPr>
              <a:t>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297680" y="3520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37E"/>
                </a:solidFill>
              </a:rPr>
              <a:t>↑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68880" y="3840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</a:rPr>
              <a:t>W  ←     🧲     →  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97680" y="4160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37E"/>
                </a:solidFill>
              </a:rPr>
              <a:t>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97680" y="4389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8E5"/>
                </a:solidFill>
              </a:rPr>
              <a:t>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</a:rPr>
              <a:t>🤔 WHICH DIRECTION DOES IT POINT?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37E"/>
                </a:solidFill>
              </a:rPr>
              <a:t>🧲 YOUR TURN!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914400"/>
            <a:ext cx="640080" cy="64008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1600200" cy="164592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9659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Tie the magnet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with a thread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06040" y="914400"/>
            <a:ext cx="640080" cy="64008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103120" y="1737360"/>
            <a:ext cx="1600200" cy="164592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19659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Suspend 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freely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43400" y="914400"/>
            <a:ext cx="640080" cy="64008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840480" y="1737360"/>
            <a:ext cx="1600200" cy="164592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19659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Let 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rotate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80760" y="914400"/>
            <a:ext cx="640080" cy="64008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577840" y="1737360"/>
            <a:ext cx="1600200" cy="164592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19659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Wait until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it stops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818120" y="914400"/>
            <a:ext cx="640080" cy="64008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315200" y="1737360"/>
            <a:ext cx="1600200" cy="164592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0" y="19659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Observe its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</a:rPr>
              <a:t>direction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286000" y="3840480"/>
            <a:ext cx="4572000" cy="822960"/>
          </a:xfrm>
          <a:prstGeom prst="roundRect">
            <a:avLst>
              <a:gd name="adj" fmla="val 16667"/>
            </a:avLst>
          </a:prstGeom>
          <a:solidFill>
            <a:srgbClr val="1E88E5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0" y="3840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👀 WHAT DID YOU OBSERVE?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3A047"/>
                </a:solidFill>
              </a:rPr>
              <a:t>🎉 DISCOVERED!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926080" y="100584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E53935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0" y="10058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0" y="1005840"/>
            <a:ext cx="1645920" cy="1005840"/>
          </a:xfrm>
          <a:prstGeom prst="roundRect">
            <a:avLst>
              <a:gd name="adj" fmla="val 10909"/>
            </a:avLst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0058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4320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6E7A"/>
                </a:solidFill>
              </a:rPr>
              <a:t>↑ North          South 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7315200" cy="164592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8803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37E"/>
                </a:solidFill>
              </a:rPr>
              <a:t>🧭 A FREELY SUSPENDED MAGNET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A237E"/>
                </a:solidFill>
              </a:rPr>
              <a:t>COMES TO REST APPROXIMATELY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A237E"/>
                </a:solidFill>
              </a:rPr>
              <a:t>IN THE NORTH–SOUTH DIRECTION.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37E"/>
                </a:solidFill>
              </a:rPr>
              <a:t>⚔️ MAGNET FIGHT!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280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468880" y="128016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1280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</a:rPr>
              <a:t>N  ↔  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577840" y="12801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1280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6675120" y="128016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280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28600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53935"/>
                </a:solidFill>
              </a:rPr>
              <a:t>← Away          Away 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</a:rPr>
              <a:t>🤔 WHAT WILL HAPPEN?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011680" y="3749040"/>
            <a:ext cx="2286000" cy="640080"/>
          </a:xfrm>
          <a:prstGeom prst="roundRect">
            <a:avLst>
              <a:gd name="adj" fmla="val 28571"/>
            </a:avLst>
          </a:prstGeom>
          <a:solidFill>
            <a:srgbClr val="43A047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1168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846320" y="3749040"/>
            <a:ext cx="2286000" cy="640080"/>
          </a:xfrm>
          <a:prstGeom prst="roundRect">
            <a:avLst>
              <a:gd name="adj" fmla="val 28571"/>
            </a:avLst>
          </a:prstGeom>
          <a:solidFill>
            <a:srgbClr val="E53935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REPEL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3935"/>
                </a:solidFill>
              </a:rPr>
              <a:t>💥 LIKE POLES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3840480" cy="1645920"/>
          </a:xfrm>
          <a:prstGeom prst="roundRect">
            <a:avLst>
              <a:gd name="adj" fmla="val 6667"/>
            </a:avLst>
          </a:prstGeom>
          <a:solidFill>
            <a:srgbClr val="FFEBEE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</a:rPr>
              <a:t>N  ↔  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935"/>
                </a:solidFill>
              </a:rPr>
              <a:t>← REPEL 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840480" cy="1645920"/>
          </a:xfrm>
          <a:prstGeom prst="roundRect">
            <a:avLst>
              <a:gd name="adj" fmla="val 6667"/>
            </a:avLst>
          </a:prstGeom>
          <a:solidFill>
            <a:srgbClr val="E3F2FD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</a:rPr>
              <a:t>S  ↔  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935"/>
                </a:solidFill>
              </a:rPr>
              <a:t>← REPEL 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371600" y="2926080"/>
            <a:ext cx="6400800" cy="137160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🧲 LIKE POLES REPEL EACH OTHER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37E"/>
                </a:solidFill>
              </a:rPr>
              <a:t>🔄 TRY AGAIN!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1887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468880" y="118872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11887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0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</a:rPr>
              <a:t>N  ↔  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577840" y="118872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E88E5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11887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6675120" y="118872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1887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</a:rPr>
              <a:t>🤔 WHAT WILL HAPPEN NOW?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011680" y="3383280"/>
            <a:ext cx="2286000" cy="640080"/>
          </a:xfrm>
          <a:prstGeom prst="roundRect">
            <a:avLst>
              <a:gd name="adj" fmla="val 28571"/>
            </a:avLst>
          </a:prstGeom>
          <a:solidFill>
            <a:srgbClr val="43A047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1168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846320" y="3383280"/>
            <a:ext cx="2286000" cy="640080"/>
          </a:xfrm>
          <a:prstGeom prst="roundRect">
            <a:avLst>
              <a:gd name="adj" fmla="val 28571"/>
            </a:avLst>
          </a:prstGeom>
          <a:solidFill>
            <a:srgbClr val="E53935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383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REPEL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A047"/>
                </a:solidFill>
              </a:rPr>
              <a:t>❤️ UNLIKE POLES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3840480" cy="164592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</a:rPr>
              <a:t>N  ↔  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A047"/>
                </a:solidFill>
              </a:rPr>
              <a:t>→ ATTRACT ←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840480" cy="164592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</a:rPr>
              <a:t>S  ↔  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A047"/>
                </a:solidFill>
              </a:rPr>
              <a:t>→ ATTRACT ←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371600" y="2926080"/>
            <a:ext cx="6400800" cy="1371600"/>
          </a:xfrm>
          <a:prstGeom prst="roundRect">
            <a:avLst>
              <a:gd name="adj" fmla="val 10000"/>
            </a:avLst>
          </a:prstGeom>
          <a:solidFill>
            <a:srgbClr val="43A047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🧲 UNLIKE POLES ATTRACT EACH OTHER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37E"/>
                </a:solidFill>
              </a:rPr>
              <a:t>⚡ MAGNET CHALLENGE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6E7A"/>
                </a:solidFill>
              </a:rPr>
              <a:t>ATTRACT or REPEL?  (Call out your answer!)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</a:rPr>
              <a:t>N  ↔  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280160" y="1874520"/>
            <a:ext cx="2286000" cy="640080"/>
          </a:xfrm>
          <a:prstGeom prst="roundRect">
            <a:avLst>
              <a:gd name="adj" fmla="val 17143"/>
            </a:avLst>
          </a:prstGeom>
          <a:solidFill>
            <a:srgbClr val="E53935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REPEL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234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</a:rPr>
              <a:t>S  ↔  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669280" y="1874520"/>
            <a:ext cx="2286000" cy="640080"/>
          </a:xfrm>
          <a:prstGeom prst="roundRect">
            <a:avLst>
              <a:gd name="adj" fmla="val 17143"/>
            </a:avLst>
          </a:prstGeom>
          <a:solidFill>
            <a:srgbClr val="E53935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REPEL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154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</a:rPr>
              <a:t>N  ↔  S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280160" y="3794760"/>
            <a:ext cx="2286000" cy="640080"/>
          </a:xfrm>
          <a:prstGeom prst="roundRect">
            <a:avLst>
              <a:gd name="adj" fmla="val 17143"/>
            </a:avLst>
          </a:prstGeom>
          <a:solidFill>
            <a:srgbClr val="43A047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ATTRACT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154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</a:rPr>
              <a:t>S  ↔  N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669280" y="3794760"/>
            <a:ext cx="2286000" cy="640080"/>
          </a:xfrm>
          <a:prstGeom prst="roundRect">
            <a:avLst>
              <a:gd name="adj" fmla="val 17143"/>
            </a:avLst>
          </a:prstGeom>
          <a:solidFill>
            <a:srgbClr val="43A047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ATTRACT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</a:rPr>
              <a:t>🕵️ YOU ARE NOW A MAGNET DETECTIVE!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PREDICT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14600" y="8686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37E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834640" y="86868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43A047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868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8686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37E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37760" y="86868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1E88E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868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RECORD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8686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37E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040880" y="86868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43A047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868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DISCUSS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16459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📎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Paper clip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606040" y="16459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0604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🔩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60604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Iron nail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54880" y="16459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✏️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75488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Pencil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903720" y="16459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0372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🪵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90372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Wood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🧴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57200" y="3977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Plastic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606040" y="32004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0604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2606040" y="3977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Paper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754880" y="32004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🪙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4754880" y="3977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Coin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903720" y="32004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0372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🔑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6903720" y="3977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Key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</a:rPr>
              <a:t>🧪 TEST THE OBJECTS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2743200" cy="5029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OBJECT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731520"/>
            <a:ext cx="2743200" cy="5029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731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PREDICTION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0" y="731520"/>
            <a:ext cx="2743200" cy="5029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731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TEST RESULT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80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</a:rPr>
              <a:t>🔩 Iron nail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280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37E"/>
                </a:solidFill>
              </a:rPr>
              <a:t>🧲 / 🚫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280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37E"/>
                </a:solidFill>
              </a:rPr>
              <a:t>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274320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65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</a:rPr>
              <a:t>📎 Paper clip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00400" y="1965960"/>
            <a:ext cx="274320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965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37E"/>
                </a:solidFill>
              </a:rPr>
              <a:t>🧲 / 🚫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0" y="1965960"/>
            <a:ext cx="274320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965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37E"/>
                </a:solidFill>
              </a:rPr>
              <a:t>?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265176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51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</a:rPr>
              <a:t>✏️ Pencil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00400" y="265176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2651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37E"/>
                </a:solidFill>
              </a:rPr>
              <a:t>🧲 / 🚫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943600" y="265176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651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37E"/>
                </a:solidFill>
              </a:rPr>
              <a:t>?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7200" y="3337560"/>
            <a:ext cx="274320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37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</a:rPr>
              <a:t>🧴 Plastic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200400" y="3337560"/>
            <a:ext cx="274320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3337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37E"/>
                </a:solidFill>
              </a:rPr>
              <a:t>🧲 / 🚫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943600" y="3337560"/>
            <a:ext cx="274320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3337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37E"/>
                </a:solidFill>
              </a:rPr>
              <a:t>?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23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</a:rPr>
              <a:t>🪵 Wood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200400" y="402336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4023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37E"/>
                </a:solidFill>
              </a:rPr>
              <a:t>🧲 / 🚫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943600" y="402336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4023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37E"/>
                </a:solidFill>
              </a:rPr>
              <a:t>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</a:rPr>
              <a:t>🔍 WHAT DID WE DISCOVER?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023360" cy="3931920"/>
          </a:xfrm>
          <a:prstGeom prst="roundRect">
            <a:avLst>
              <a:gd name="adj" fmla="val 3488"/>
            </a:avLst>
          </a:prstGeom>
          <a:solidFill>
            <a:srgbClr val="E8F5E9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515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43A04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🧲 MAGNETIC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6E7A"/>
                </a:solidFill>
              </a:rPr>
              <a:t>Attracted by a magnet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</a:rPr>
              <a:t>🔩 Iron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</a:rPr>
              <a:t>⚙️ Steel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</a:rPr>
              <a:t>📎 Paper clip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</a:rPr>
              <a:t>🔑 Some keys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023360" cy="3931920"/>
          </a:xfrm>
          <a:prstGeom prst="roundRect">
            <a:avLst>
              <a:gd name="adj" fmla="val 3488"/>
            </a:avLst>
          </a:prstGeom>
          <a:solidFill>
            <a:srgbClr val="FFEBEE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10515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E5393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51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🚫 NON-MAGNETIC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6E7A"/>
                </a:solidFill>
              </a:rPr>
              <a:t>Not attracted by a magnet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3774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</a:rPr>
              <a:t>🪵 Wood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</a:rPr>
              <a:t>🧴 Plastic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</a:rPr>
              <a:t>📄 Paper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</a:rPr>
              <a:t>✏️ Pencil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</a:rPr>
              <a:t>🧪 CAN YOU SEPARATE THEM?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0" y="822960"/>
            <a:ext cx="45720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0" y="1097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</a:rPr>
              <a:t>🟤 Sand   +   ⚪ Rice   +   🔩 Iron pieces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</a:rPr>
              <a:t>🤔 HOW CAN WE REMOVE THE IRON PIECES?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88720" y="3108960"/>
            <a:ext cx="2103120" cy="1371600"/>
          </a:xfrm>
          <a:prstGeom prst="roundRect">
            <a:avLst>
              <a:gd name="adj" fmla="val 10000"/>
            </a:avLst>
          </a:prstGeom>
          <a:solidFill>
            <a:srgbClr val="90A4A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✋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18872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HAND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66160" y="3108960"/>
            <a:ext cx="2103120" cy="1371600"/>
          </a:xfrm>
          <a:prstGeom prst="roundRect">
            <a:avLst>
              <a:gd name="adj" fmla="val 10000"/>
            </a:avLst>
          </a:prstGeom>
          <a:solidFill>
            <a:srgbClr val="90A4A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💨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6616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BLOW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0" y="3108960"/>
            <a:ext cx="2103120" cy="1371600"/>
          </a:xfrm>
          <a:prstGeom prst="roundRect">
            <a:avLst>
              <a:gd name="adj" fmla="val 10000"/>
            </a:avLst>
          </a:prstGeom>
          <a:solidFill>
            <a:srgbClr val="1E88E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🧲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943600" y="3840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MAGNET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</a:rPr>
              <a:t>👀 WATCH THE MAGNET!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0" y="82296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E5393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822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0" y="82296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822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88E5"/>
                </a:solidFill>
              </a:rPr>
              <a:t>↓  Collecting iron  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2194560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23317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7E"/>
                </a:solidFill>
              </a:rPr>
              <a:t>🟤 Sand   ⚪ Rice   🔩→🧲 Iron sticks!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7680960" cy="1188720"/>
          </a:xfrm>
          <a:prstGeom prst="roundRect">
            <a:avLst>
              <a:gd name="adj" fmla="val 11538"/>
            </a:avLst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5661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🧲 A MAGNET CAN SEPARATE MAGNETIC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MATERIALS FROM NON-MAGNETIC MATERIALS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</a:rPr>
              <a:t>🌍 WHERE DO WE USE MAGNETS?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6E7A"/>
                </a:solidFill>
              </a:rPr>
              <a:t>🤔 Where have you seen magnets being used?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🔊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</a:rPr>
              <a:t>Speaker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2801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📻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37560" y="20116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</a:rPr>
              <a:t>Radio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2801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📺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</a:rPr>
              <a:t>Television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108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🎤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</a:rPr>
              <a:t>Microphone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37560" y="292608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3108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37560" y="3840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</a:rPr>
              <a:t>Dynamo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2926080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31089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🏭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217920" y="3840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</a:rPr>
              <a:t>Industrial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</a:rPr>
              <a:t>separator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</a:rPr>
              <a:t>✨ MAGNETS HELP US!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731520"/>
            <a:ext cx="640080" cy="64008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1645920" cy="25603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8288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Collecting small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magnetic pieces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731520"/>
            <a:ext cx="640080" cy="64008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057400" y="1554480"/>
            <a:ext cx="1645920" cy="25603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8288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Speakers, radios,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TVs &amp; microphones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731520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794760" y="1554480"/>
            <a:ext cx="1645920" cy="25603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94760" y="18288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Dynamos and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generators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731520"/>
            <a:ext cx="640080" cy="64008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532120" y="1554480"/>
            <a:ext cx="1645920" cy="25603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32120" y="18288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Separating materials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in industries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26680" y="731520"/>
            <a:ext cx="640080" cy="64008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269480" y="1554480"/>
            <a:ext cx="1645920" cy="25603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69480" y="18288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Removing iron pieces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in food processing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37E"/>
                </a:solidFill>
              </a:rPr>
              <a:t>🎯 TRUE OR FALSE?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64008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43A047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640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🖐️ HANDS UP = TRUE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0" y="64008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640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🙅 HANDS CROSSED = FALSE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37E"/>
                </a:solidFill>
              </a:rPr>
              <a:t>1. A freely suspended magnet points North–South.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32588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43A047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37E"/>
                </a:solidFill>
              </a:rPr>
              <a:t>2. Like poles attract.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40880" y="182880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FALSE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37E"/>
                </a:solidFill>
              </a:rPr>
              <a:t>3. Unlike poles attract.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40880" y="233172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43A047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7889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37E"/>
                </a:solidFill>
              </a:rPr>
              <a:t>4. A magnet attracts every material.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40880" y="283464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FALSE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2918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37E"/>
                </a:solidFill>
              </a:rPr>
              <a:t>5. Magnets can separate iron from other materials.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40880" y="333756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43A047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7947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37E"/>
                </a:solidFill>
              </a:rPr>
              <a:t>6. Magnets are used in speakers.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40880" y="384048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43A047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42976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37E"/>
                </a:solidFill>
              </a:rPr>
              <a:t>7. Magnets are used in generators.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40880" y="434340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43A047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4343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TRUE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37E"/>
                </a:solidFill>
              </a:rPr>
              <a:t>🏆 MAGNET CHAMPION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46E7A"/>
                </a:solidFill>
              </a:rPr>
              <a:t>TODAY WE DISCOVERED: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🧭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North–South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direction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↔️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4612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Like poles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repel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🧲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Unlike poles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attract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🔩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5760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Magnetic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non-magnetic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46120" y="27432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4612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46120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Magnetic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separation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26480" y="27432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📻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26480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Uses of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</a:rPr>
              <a:t>magnets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828800" y="4434840"/>
            <a:ext cx="5486400" cy="548640"/>
          </a:xfrm>
          <a:prstGeom prst="roundRect">
            <a:avLst>
              <a:gd name="adj" fmla="val 25000"/>
            </a:avLst>
          </a:prstGeom>
          <a:solidFill>
            <a:srgbClr val="FDD835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0" y="4434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</a:rPr>
              <a:t>🎉 GREAT JOB, MAGNET SCIENTISTS!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Magnets - Grade 4 Science Interactive Activity</dc:title>
  <dc:subject>Properties, Magnetic &amp; Non-Magnetic Substances, Uses of Magnets</dc:subject>
  <dc:creator>Grade 4 Science</dc:creator>
  <cp:lastModifiedBy>Grade 4 Science</cp:lastModifiedBy>
  <cp:revision>1</cp:revision>
  <dcterms:created xsi:type="dcterms:W3CDTF">2026-09-02T04:13:21Z</dcterms:created>
  <dcterms:modified xsi:type="dcterms:W3CDTF">2026-09-02T04:13:21Z</dcterms:modified>
</cp:coreProperties>
</file>